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80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8" Type="http://schemas.openxmlformats.org/officeDocument/2006/relationships/viewProps" Target="viewProps.xml"></Relationship><Relationship Id="rId29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hyperlink" Target="https://healthymeal.onrender.com" TargetMode="External"></Relationship><Relationship Id="rId4" Type="http://schemas.openxmlformats.org/officeDocument/2006/relationships/image" Target="../media/fImage1200392841.jpeg"></Relationship><Relationship Id="rId5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103981108467.jpeg"></Relationship><Relationship Id="rId3" Type="http://schemas.openxmlformats.org/officeDocument/2006/relationships/image" Target="../media/fImage919571186334.jpe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213081246500.jpeg"></Relationship><Relationship Id="rId3" Type="http://schemas.openxmlformats.org/officeDocument/2006/relationships/image" Target="../media/fImage1256601259169.jpeg"></Relationship><Relationship Id="rId4" Type="http://schemas.openxmlformats.org/officeDocument/2006/relationships/image" Target="../media/fImage1068061265724.jpeg"></Relationship><Relationship Id="rId5" Type="http://schemas.openxmlformats.org/officeDocument/2006/relationships/image" Target="../media/fImage924431271478.jpe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135721519358.jpeg"></Relationship><Relationship Id="rId3" Type="http://schemas.openxmlformats.org/officeDocument/2006/relationships/image" Target="../media/fImage1284681526962.jpeg"></Relationship><Relationship Id="rId4" Type="http://schemas.openxmlformats.org/officeDocument/2006/relationships/image" Target="../media/fImage1274081534464.jpe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376391695705.jpeg"></Relationship><Relationship Id="rId3" Type="http://schemas.openxmlformats.org/officeDocument/2006/relationships/image" Target="../media/fImage1385721708145.jpeg"></Relationship><Relationship Id="rId4" Type="http://schemas.openxmlformats.org/officeDocument/2006/relationships/image" Target="../media/fImage1356251713281.jpe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420641776827.jpeg"></Relationship><Relationship Id="rId3" Type="http://schemas.openxmlformats.org/officeDocument/2006/relationships/image" Target="../media/fImage1171541789961.jpeg"></Relationship><Relationship Id="rId4" Type="http://schemas.openxmlformats.org/officeDocument/2006/relationships/image" Target="../media/fImage99885179491.jpeg"></Relationship><Relationship Id="rId5" Type="http://schemas.openxmlformats.org/officeDocument/2006/relationships/image" Target="../media/fImage1180982002995.jpe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243082121942.jpeg"></Relationship><Relationship Id="rId3" Type="http://schemas.openxmlformats.org/officeDocument/2006/relationships/image" Target="../media/fImage1340832134827.jpeg"></Relationship><Relationship Id="rId4" Type="http://schemas.openxmlformats.org/officeDocument/2006/relationships/image" Target="../media/fImage1247602145436.jpeg"></Relationship><Relationship Id="rId5" Type="http://schemas.openxmlformats.org/officeDocument/2006/relationships/image" Target="../media/fImage1158042152391.jpe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091272334604.jpeg"></Relationship><Relationship Id="rId3" Type="http://schemas.openxmlformats.org/officeDocument/2006/relationships/image" Target="../media/fImage1336482343902.jpe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247650" y="247650"/>
            <a:ext cx="4689475" cy="6000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2200">
                <a:latin typeface="맑은 고딕" charset="0"/>
                <a:ea typeface="맑은 고딕" charset="0"/>
                <a:cs typeface="+mn-cs"/>
                <a:hlinkClick r:id="rId3"/>
              </a:rPr>
              <a:t>https://healthymeal.onrender.com</a:t>
            </a:r>
            <a:endParaRPr lang="ko-KR" altLang="en-US" sz="2200"/>
          </a:p>
        </p:txBody>
      </p:sp>
      <p:pic>
        <p:nvPicPr>
          <p:cNvPr id="4" name="그림 1" descr="C:/Users/tij32/AppData/Roaming/PolarisOffice/ETemp/29564_23756696/fImage1200392841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340350" y="0"/>
            <a:ext cx="3166110" cy="6858635"/>
          </a:xfrm>
          <a:prstGeom prst="rect"/>
          <a:noFill/>
        </p:spPr>
      </p:pic>
      <p:sp>
        <p:nvSpPr>
          <p:cNvPr id="5" name="도형 6"/>
          <p:cNvSpPr>
            <a:spLocks/>
          </p:cNvSpPr>
          <p:nvPr/>
        </p:nvSpPr>
        <p:spPr>
          <a:xfrm rot="0">
            <a:off x="5412740" y="1255395"/>
            <a:ext cx="1626870" cy="30543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31"/>
          <p:cNvSpPr>
            <a:spLocks/>
          </p:cNvSpPr>
          <p:nvPr/>
        </p:nvSpPr>
        <p:spPr>
          <a:xfrm rot="0">
            <a:off x="5398770" y="1746250"/>
            <a:ext cx="3077210" cy="315277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32"/>
          <p:cNvSpPr>
            <a:spLocks/>
          </p:cNvSpPr>
          <p:nvPr/>
        </p:nvSpPr>
        <p:spPr>
          <a:xfrm rot="0">
            <a:off x="5541645" y="3994150"/>
            <a:ext cx="2772410" cy="48641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33"/>
          <p:cNvSpPr>
            <a:spLocks/>
          </p:cNvSpPr>
          <p:nvPr/>
        </p:nvSpPr>
        <p:spPr>
          <a:xfrm rot="0">
            <a:off x="5556250" y="4523105"/>
            <a:ext cx="1169670" cy="17653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34"/>
          <p:cNvSpPr>
            <a:spLocks/>
          </p:cNvSpPr>
          <p:nvPr/>
        </p:nvSpPr>
        <p:spPr>
          <a:xfrm rot="0">
            <a:off x="5260340" y="460375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도형 43"/>
          <p:cNvSpPr>
            <a:spLocks/>
          </p:cNvSpPr>
          <p:nvPr/>
        </p:nvSpPr>
        <p:spPr>
          <a:xfrm rot="0">
            <a:off x="5408295" y="387667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44"/>
          <p:cNvSpPr>
            <a:spLocks/>
          </p:cNvSpPr>
          <p:nvPr/>
        </p:nvSpPr>
        <p:spPr>
          <a:xfrm rot="0">
            <a:off x="5185410" y="162750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45"/>
          <p:cNvSpPr>
            <a:spLocks/>
          </p:cNvSpPr>
          <p:nvPr/>
        </p:nvSpPr>
        <p:spPr>
          <a:xfrm rot="0">
            <a:off x="5192395" y="109918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텍스트 상자 46"/>
          <p:cNvSpPr txBox="1">
            <a:spLocks/>
          </p:cNvSpPr>
          <p:nvPr/>
        </p:nvSpPr>
        <p:spPr>
          <a:xfrm rot="0">
            <a:off x="266700" y="1151255"/>
            <a:ext cx="4707890" cy="255397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1. </a:t>
            </a:r>
            <a:r>
              <a:rPr lang="ko-KR" sz="1600">
                <a:latin typeface="맑은 고딕" charset="0"/>
                <a:ea typeface="맑은 고딕" charset="0"/>
              </a:rPr>
              <a:t>언어 선택 기능 (한국어, 러시아어, 영어) 가능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로그인 정보 창. 이메일, 비밀번호 정보 입력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[로그인] 버튼 클릭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4. 계정이 없으면 [회원가입] 버튼 클릭하면 회원 가입 창으로 이동</a:t>
            </a:r>
            <a:endParaRPr lang="ko-KR" altLang="en-US" sz="16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47" descr="C:/Users/tij32/AppData/Roaming/PolarisOffice/ETemp/29564_23756696/fImage1103981108467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170170" y="0"/>
            <a:ext cx="3166110" cy="6858635"/>
          </a:xfrm>
          <a:prstGeom prst="rect"/>
          <a:noFill/>
        </p:spPr>
      </p:pic>
      <p:sp>
        <p:nvSpPr>
          <p:cNvPr id="3" name="도형 48"/>
          <p:cNvSpPr>
            <a:spLocks/>
          </p:cNvSpPr>
          <p:nvPr/>
        </p:nvSpPr>
        <p:spPr>
          <a:xfrm rot="0">
            <a:off x="5298440" y="1255395"/>
            <a:ext cx="3035935" cy="369125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" name="도형 49"/>
          <p:cNvSpPr>
            <a:spLocks/>
          </p:cNvSpPr>
          <p:nvPr/>
        </p:nvSpPr>
        <p:spPr>
          <a:xfrm rot="0">
            <a:off x="5431790" y="4141470"/>
            <a:ext cx="2654935" cy="44386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" name="도형 50"/>
          <p:cNvSpPr>
            <a:spLocks/>
          </p:cNvSpPr>
          <p:nvPr/>
        </p:nvSpPr>
        <p:spPr>
          <a:xfrm rot="0">
            <a:off x="5422900" y="4646295"/>
            <a:ext cx="1893570" cy="16764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51"/>
          <p:cNvSpPr>
            <a:spLocks/>
          </p:cNvSpPr>
          <p:nvPr/>
        </p:nvSpPr>
        <p:spPr>
          <a:xfrm rot="0">
            <a:off x="5173980" y="4789805"/>
            <a:ext cx="27686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52"/>
          <p:cNvSpPr>
            <a:spLocks/>
          </p:cNvSpPr>
          <p:nvPr/>
        </p:nvSpPr>
        <p:spPr>
          <a:xfrm rot="0">
            <a:off x="5254625" y="399986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53"/>
          <p:cNvSpPr>
            <a:spLocks/>
          </p:cNvSpPr>
          <p:nvPr/>
        </p:nvSpPr>
        <p:spPr>
          <a:xfrm rot="0">
            <a:off x="5097780" y="107124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텍스트 상자 54"/>
          <p:cNvSpPr txBox="1">
            <a:spLocks/>
          </p:cNvSpPr>
          <p:nvPr/>
        </p:nvSpPr>
        <p:spPr>
          <a:xfrm rot="0">
            <a:off x="266700" y="1151255"/>
            <a:ext cx="4707890" cy="403034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1. </a:t>
            </a:r>
            <a:r>
              <a:rPr lang="ko-KR" sz="1600">
                <a:latin typeface="맑은 고딕" charset="0"/>
                <a:ea typeface="맑은 고딕" charset="0"/>
              </a:rPr>
              <a:t>회원가입 창. 이름, 이메일 및 비밀번호 입력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[회원가입] 버튼 클릭하면  아 알람 창이 나타남 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[로그인 하러가기] 버튼 클릭하면 로그인 창으로 이동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5. [확인] 버튼 클릭하면 ‘건강 프로필 설정’ 창으로 이동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</p:txBody>
      </p:sp>
      <p:pic>
        <p:nvPicPr>
          <p:cNvPr id="10" name="그림 55" descr="C:/Users/tij32/AppData/Roaming/PolarisOffice/ETemp/29564_23756696/fImage919571186334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5" t="42164" r="8993" b="43689"/>
          <a:stretch>
            <a:fillRect/>
          </a:stretch>
        </p:blipFill>
        <p:spPr>
          <a:xfrm rot="0">
            <a:off x="9055100" y="1892300"/>
            <a:ext cx="2778125" cy="1066165"/>
          </a:xfrm>
          <a:prstGeom prst="rect"/>
          <a:noFill/>
        </p:spPr>
      </p:pic>
      <p:sp>
        <p:nvSpPr>
          <p:cNvPr id="11" name="도형 57"/>
          <p:cNvSpPr>
            <a:spLocks/>
          </p:cNvSpPr>
          <p:nvPr/>
        </p:nvSpPr>
        <p:spPr>
          <a:xfrm rot="0">
            <a:off x="8874760" y="1737360"/>
            <a:ext cx="27686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58"/>
          <p:cNvSpPr>
            <a:spLocks/>
          </p:cNvSpPr>
          <p:nvPr/>
        </p:nvSpPr>
        <p:spPr>
          <a:xfrm rot="0">
            <a:off x="2959735" y="1813560"/>
            <a:ext cx="27686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59"/>
          <p:cNvSpPr>
            <a:spLocks/>
          </p:cNvSpPr>
          <p:nvPr/>
        </p:nvSpPr>
        <p:spPr>
          <a:xfrm rot="0">
            <a:off x="11214735" y="2460625"/>
            <a:ext cx="410845" cy="26987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도형 60"/>
          <p:cNvSpPr>
            <a:spLocks/>
          </p:cNvSpPr>
          <p:nvPr/>
        </p:nvSpPr>
        <p:spPr>
          <a:xfrm rot="0">
            <a:off x="10991850" y="2607945"/>
            <a:ext cx="27686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1" descr="C:/Users/tij32/AppData/Roaming/PolarisOffice/ETemp/29564_23756696/fImage1213081246500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371850" y="133350"/>
            <a:ext cx="2802890" cy="6107430"/>
          </a:xfrm>
          <a:prstGeom prst="rect"/>
          <a:noFill/>
        </p:spPr>
      </p:pic>
      <p:pic>
        <p:nvPicPr>
          <p:cNvPr id="3" name="그림 62" descr="C:/Users/tij32/AppData/Roaming/PolarisOffice/ETemp/29564_23756696/fImage1256601259169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108950" y="133350"/>
            <a:ext cx="2792730" cy="6078855"/>
          </a:xfrm>
          <a:prstGeom prst="rect"/>
          <a:noFill/>
        </p:spPr>
      </p:pic>
      <p:pic>
        <p:nvPicPr>
          <p:cNvPr id="4" name="그림 63" descr="C:/Users/tij32/AppData/Roaming/PolarisOffice/ETemp/29564_23756696/fImage1068061265724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" t="25185" r="5389" b="28196"/>
          <a:stretch>
            <a:fillRect/>
          </a:stretch>
        </p:blipFill>
        <p:spPr>
          <a:xfrm rot="0">
            <a:off x="6278245" y="1920875"/>
            <a:ext cx="1684020" cy="1931670"/>
          </a:xfrm>
          <a:prstGeom prst="rect"/>
          <a:noFill/>
        </p:spPr>
      </p:pic>
      <p:pic>
        <p:nvPicPr>
          <p:cNvPr id="5" name="그림 64" descr="C:/Users/tij32/AppData/Roaming/PolarisOffice/ETemp/29564_23756696/fImage924431271478.jpe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0" t="41887" r="10613" b="43961"/>
          <a:stretch>
            <a:fillRect/>
          </a:stretch>
        </p:blipFill>
        <p:spPr>
          <a:xfrm rot="0">
            <a:off x="9618345" y="5431155"/>
            <a:ext cx="2530475" cy="970915"/>
          </a:xfrm>
          <a:prstGeom prst="rect"/>
          <a:noFill/>
        </p:spPr>
      </p:pic>
      <p:sp>
        <p:nvSpPr>
          <p:cNvPr id="6" name="도형 65"/>
          <p:cNvSpPr>
            <a:spLocks/>
          </p:cNvSpPr>
          <p:nvPr/>
        </p:nvSpPr>
        <p:spPr>
          <a:xfrm rot="0">
            <a:off x="3510915" y="2311400"/>
            <a:ext cx="2454275" cy="71374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66"/>
          <p:cNvSpPr>
            <a:spLocks/>
          </p:cNvSpPr>
          <p:nvPr/>
        </p:nvSpPr>
        <p:spPr>
          <a:xfrm rot="0">
            <a:off x="3506470" y="3088005"/>
            <a:ext cx="2454275" cy="56515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67"/>
          <p:cNvSpPr>
            <a:spLocks/>
          </p:cNvSpPr>
          <p:nvPr/>
        </p:nvSpPr>
        <p:spPr>
          <a:xfrm rot="0">
            <a:off x="6254750" y="1883410"/>
            <a:ext cx="1755775" cy="199834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68"/>
          <p:cNvSpPr>
            <a:spLocks/>
          </p:cNvSpPr>
          <p:nvPr/>
        </p:nvSpPr>
        <p:spPr>
          <a:xfrm rot="0">
            <a:off x="3521075" y="3750310"/>
            <a:ext cx="2454275" cy="174815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69"/>
          <p:cNvSpPr>
            <a:spLocks/>
          </p:cNvSpPr>
          <p:nvPr/>
        </p:nvSpPr>
        <p:spPr>
          <a:xfrm rot="0">
            <a:off x="8298180" y="1231265"/>
            <a:ext cx="2404110" cy="170878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1" name="도형 70"/>
          <p:cNvSpPr>
            <a:spLocks/>
          </p:cNvSpPr>
          <p:nvPr/>
        </p:nvSpPr>
        <p:spPr>
          <a:xfrm rot="0">
            <a:off x="8293735" y="2979420"/>
            <a:ext cx="2404110" cy="162496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71"/>
          <p:cNvSpPr>
            <a:spLocks/>
          </p:cNvSpPr>
          <p:nvPr/>
        </p:nvSpPr>
        <p:spPr>
          <a:xfrm rot="0">
            <a:off x="8346440" y="4689475"/>
            <a:ext cx="2327275" cy="40005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도형 72"/>
          <p:cNvSpPr>
            <a:spLocks/>
          </p:cNvSpPr>
          <p:nvPr/>
        </p:nvSpPr>
        <p:spPr>
          <a:xfrm rot="0">
            <a:off x="9637395" y="5408930"/>
            <a:ext cx="2539365" cy="99314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도형 73"/>
          <p:cNvSpPr>
            <a:spLocks/>
          </p:cNvSpPr>
          <p:nvPr/>
        </p:nvSpPr>
        <p:spPr>
          <a:xfrm rot="0">
            <a:off x="3345180" y="221424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74"/>
          <p:cNvSpPr>
            <a:spLocks/>
          </p:cNvSpPr>
          <p:nvPr/>
        </p:nvSpPr>
        <p:spPr>
          <a:xfrm rot="0">
            <a:off x="3283585" y="300990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75"/>
          <p:cNvSpPr>
            <a:spLocks/>
          </p:cNvSpPr>
          <p:nvPr/>
        </p:nvSpPr>
        <p:spPr>
          <a:xfrm rot="0">
            <a:off x="3279140" y="357695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도형 76"/>
          <p:cNvSpPr>
            <a:spLocks/>
          </p:cNvSpPr>
          <p:nvPr/>
        </p:nvSpPr>
        <p:spPr>
          <a:xfrm rot="0">
            <a:off x="8128635" y="111887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77"/>
          <p:cNvSpPr>
            <a:spLocks/>
          </p:cNvSpPr>
          <p:nvPr/>
        </p:nvSpPr>
        <p:spPr>
          <a:xfrm rot="0">
            <a:off x="6104890" y="174307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78"/>
          <p:cNvSpPr>
            <a:spLocks/>
          </p:cNvSpPr>
          <p:nvPr/>
        </p:nvSpPr>
        <p:spPr>
          <a:xfrm rot="0">
            <a:off x="8129270" y="461518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79"/>
          <p:cNvSpPr>
            <a:spLocks/>
          </p:cNvSpPr>
          <p:nvPr/>
        </p:nvSpPr>
        <p:spPr>
          <a:xfrm rot="0">
            <a:off x="9477375" y="531558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7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81"/>
          <p:cNvSpPr txBox="1">
            <a:spLocks/>
          </p:cNvSpPr>
          <p:nvPr/>
        </p:nvSpPr>
        <p:spPr>
          <a:xfrm rot="0">
            <a:off x="0" y="1045845"/>
            <a:ext cx="3272790" cy="403034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1. </a:t>
            </a:r>
            <a:r>
              <a:rPr lang="ko-KR" sz="1600">
                <a:latin typeface="맑은 고딕" charset="0"/>
                <a:ea typeface="맑은 고딕" charset="0"/>
              </a:rPr>
              <a:t>나이, 체중 및 키 정보 입력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[화살표] 클릭하면      팝업창이 나타남. 팝업창에서 활동략 선택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목표 설정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5. 식 제한 및 알레르기 체크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6. [시작하기] 버튼 클릭하면 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팝업창</a:t>
            </a:r>
            <a:r>
              <a:rPr lang="ko-KR" sz="1600">
                <a:latin typeface="맑은 고딕" charset="0"/>
                <a:ea typeface="맑은 고딕" charset="0"/>
              </a:rPr>
              <a:t>이 나타나서 프로필이 저장됨</a:t>
            </a:r>
            <a:endParaRPr lang="ko-KR" altLang="en-US" sz="1600">
              <a:latin typeface="맑은 고딕" charset="0"/>
              <a:ea typeface="맑은 고딕" charset="0"/>
            </a:endParaRPr>
          </a:p>
        </p:txBody>
      </p:sp>
      <p:sp>
        <p:nvSpPr>
          <p:cNvPr id="23" name="도형 84"/>
          <p:cNvSpPr>
            <a:spLocks/>
          </p:cNvSpPr>
          <p:nvPr/>
        </p:nvSpPr>
        <p:spPr>
          <a:xfrm rot="0">
            <a:off x="8067675" y="284861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도형 85"/>
          <p:cNvSpPr>
            <a:spLocks/>
          </p:cNvSpPr>
          <p:nvPr/>
        </p:nvSpPr>
        <p:spPr>
          <a:xfrm rot="0">
            <a:off x="2679065" y="3703320"/>
            <a:ext cx="241935" cy="225425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7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도형 86"/>
          <p:cNvSpPr>
            <a:spLocks/>
          </p:cNvSpPr>
          <p:nvPr/>
        </p:nvSpPr>
        <p:spPr>
          <a:xfrm rot="0">
            <a:off x="2027555" y="1729740"/>
            <a:ext cx="241935" cy="225425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88" descr="C:/Users/tij32/AppData/Roaming/PolarisOffice/ETemp/29564_23756696/fImage1135721519358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471545" y="66675"/>
            <a:ext cx="2835275" cy="6164580"/>
          </a:xfrm>
          <a:prstGeom prst="rect"/>
          <a:noFill/>
        </p:spPr>
      </p:pic>
      <p:pic>
        <p:nvPicPr>
          <p:cNvPr id="3" name="그림 89" descr="C:/Users/tij32/AppData/Roaming/PolarisOffice/ETemp/29564_23756696/fImage1284681526962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20485" y="66675"/>
            <a:ext cx="2835275" cy="6164580"/>
          </a:xfrm>
          <a:prstGeom prst="rect"/>
          <a:noFill/>
        </p:spPr>
      </p:pic>
      <p:pic>
        <p:nvPicPr>
          <p:cNvPr id="4" name="그림 90" descr="C:/Users/tij32/AppData/Roaming/PolarisOffice/ETemp/29564_23756696/fImage1274081534464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312275" y="66675"/>
            <a:ext cx="2835275" cy="6164580"/>
          </a:xfrm>
          <a:prstGeom prst="rect"/>
          <a:noFill/>
        </p:spPr>
      </p:pic>
      <p:sp>
        <p:nvSpPr>
          <p:cNvPr id="5" name="도형 91"/>
          <p:cNvSpPr>
            <a:spLocks/>
          </p:cNvSpPr>
          <p:nvPr/>
        </p:nvSpPr>
        <p:spPr>
          <a:xfrm rot="0">
            <a:off x="3625215" y="2254250"/>
            <a:ext cx="2577465" cy="234061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92"/>
          <p:cNvSpPr>
            <a:spLocks/>
          </p:cNvSpPr>
          <p:nvPr/>
        </p:nvSpPr>
        <p:spPr>
          <a:xfrm rot="0">
            <a:off x="6592570" y="1192530"/>
            <a:ext cx="2577465" cy="204216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93"/>
          <p:cNvSpPr>
            <a:spLocks/>
          </p:cNvSpPr>
          <p:nvPr/>
        </p:nvSpPr>
        <p:spPr>
          <a:xfrm rot="0">
            <a:off x="6607175" y="3283585"/>
            <a:ext cx="2577465" cy="200596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94"/>
          <p:cNvSpPr>
            <a:spLocks/>
          </p:cNvSpPr>
          <p:nvPr/>
        </p:nvSpPr>
        <p:spPr>
          <a:xfrm rot="0">
            <a:off x="9536430" y="1174115"/>
            <a:ext cx="2401570" cy="303085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95"/>
          <p:cNvSpPr>
            <a:spLocks/>
          </p:cNvSpPr>
          <p:nvPr/>
        </p:nvSpPr>
        <p:spPr>
          <a:xfrm rot="0">
            <a:off x="9664065" y="4232910"/>
            <a:ext cx="2160270" cy="38671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96"/>
          <p:cNvSpPr>
            <a:spLocks/>
          </p:cNvSpPr>
          <p:nvPr/>
        </p:nvSpPr>
        <p:spPr>
          <a:xfrm rot="0">
            <a:off x="9659620" y="4647565"/>
            <a:ext cx="2160270" cy="38671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1" name="도형 97"/>
          <p:cNvSpPr>
            <a:spLocks/>
          </p:cNvSpPr>
          <p:nvPr/>
        </p:nvSpPr>
        <p:spPr>
          <a:xfrm rot="0">
            <a:off x="3383280" y="209994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98"/>
          <p:cNvSpPr>
            <a:spLocks/>
          </p:cNvSpPr>
          <p:nvPr/>
        </p:nvSpPr>
        <p:spPr>
          <a:xfrm rot="0">
            <a:off x="6423660" y="105029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99"/>
          <p:cNvSpPr>
            <a:spLocks/>
          </p:cNvSpPr>
          <p:nvPr/>
        </p:nvSpPr>
        <p:spPr>
          <a:xfrm rot="0">
            <a:off x="6371590" y="322389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도형 100"/>
          <p:cNvSpPr>
            <a:spLocks/>
          </p:cNvSpPr>
          <p:nvPr/>
        </p:nvSpPr>
        <p:spPr>
          <a:xfrm rot="0">
            <a:off x="9306560" y="1098550"/>
            <a:ext cx="314325" cy="205105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101"/>
          <p:cNvSpPr>
            <a:spLocks/>
          </p:cNvSpPr>
          <p:nvPr/>
        </p:nvSpPr>
        <p:spPr>
          <a:xfrm rot="0">
            <a:off x="9477375" y="428498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102"/>
          <p:cNvSpPr>
            <a:spLocks/>
          </p:cNvSpPr>
          <p:nvPr/>
        </p:nvSpPr>
        <p:spPr>
          <a:xfrm rot="0">
            <a:off x="9472930" y="469963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7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텍스트 상자 103"/>
          <p:cNvSpPr txBox="1">
            <a:spLocks/>
          </p:cNvSpPr>
          <p:nvPr/>
        </p:nvSpPr>
        <p:spPr>
          <a:xfrm rot="0">
            <a:off x="0" y="1151255"/>
            <a:ext cx="3348990" cy="501459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1.</a:t>
            </a:r>
            <a:r>
              <a:rPr lang="ko-KR" sz="1600">
                <a:latin typeface="맑은 고딕" charset="0"/>
                <a:ea typeface="맑은 고딕" charset="0"/>
              </a:rPr>
              <a:t> 프로필 탭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개인 정보 및 설정 관리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비밀번호 변경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4. 의료 정보 체크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5. 건강 상태 체크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6. 의료 정보 저장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7. [로그아웃] 버튼 클릭하면 로그인 창으로 이동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</p:txBody>
      </p:sp>
      <p:sp>
        <p:nvSpPr>
          <p:cNvPr id="18" name="도형 104"/>
          <p:cNvSpPr>
            <a:spLocks/>
          </p:cNvSpPr>
          <p:nvPr/>
        </p:nvSpPr>
        <p:spPr>
          <a:xfrm rot="0">
            <a:off x="5678805" y="5031740"/>
            <a:ext cx="466725" cy="49212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105"/>
          <p:cNvSpPr>
            <a:spLocks/>
          </p:cNvSpPr>
          <p:nvPr/>
        </p:nvSpPr>
        <p:spPr>
          <a:xfrm rot="0">
            <a:off x="5509895" y="491109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06" descr="C:/Users/tij32/AppData/Roaming/PolarisOffice/ETemp/29564_23756696/fImage1376391695705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46295" y="190500"/>
            <a:ext cx="2916555" cy="6344920"/>
          </a:xfrm>
          <a:prstGeom prst="rect"/>
          <a:noFill/>
        </p:spPr>
      </p:pic>
      <p:pic>
        <p:nvPicPr>
          <p:cNvPr id="3" name="그림 107" descr="C:/Users/tij32/AppData/Roaming/PolarisOffice/ETemp/29564_23756696/fImage1385721708145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8" t="26613" r="5176" b="47578"/>
          <a:stretch>
            <a:fillRect/>
          </a:stretch>
        </p:blipFill>
        <p:spPr>
          <a:xfrm rot="0">
            <a:off x="8132445" y="969645"/>
            <a:ext cx="3153410" cy="1972310"/>
          </a:xfrm>
          <a:prstGeom prst="rect"/>
          <a:noFill/>
        </p:spPr>
      </p:pic>
      <p:pic>
        <p:nvPicPr>
          <p:cNvPr id="4" name="그림 108" descr="C:/Users/tij32/AppData/Roaming/PolarisOffice/ETemp/29564_23756696/fImage1356251713281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" t="26331" r="4032" b="46883"/>
          <a:stretch>
            <a:fillRect/>
          </a:stretch>
        </p:blipFill>
        <p:spPr>
          <a:xfrm rot="0">
            <a:off x="8208645" y="3309620"/>
            <a:ext cx="3073400" cy="2046605"/>
          </a:xfrm>
          <a:prstGeom prst="rect"/>
          <a:noFill/>
        </p:spPr>
      </p:pic>
      <p:sp>
        <p:nvSpPr>
          <p:cNvPr id="5" name="도형 117"/>
          <p:cNvSpPr>
            <a:spLocks/>
          </p:cNvSpPr>
          <p:nvPr/>
        </p:nvSpPr>
        <p:spPr>
          <a:xfrm rot="0">
            <a:off x="4806315" y="1892300"/>
            <a:ext cx="2623185" cy="160845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118"/>
          <p:cNvSpPr>
            <a:spLocks/>
          </p:cNvSpPr>
          <p:nvPr/>
        </p:nvSpPr>
        <p:spPr>
          <a:xfrm rot="0">
            <a:off x="8154670" y="973455"/>
            <a:ext cx="3127375" cy="191897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119"/>
          <p:cNvSpPr>
            <a:spLocks/>
          </p:cNvSpPr>
          <p:nvPr/>
        </p:nvSpPr>
        <p:spPr>
          <a:xfrm rot="0">
            <a:off x="8188325" y="3312160"/>
            <a:ext cx="3127375" cy="199644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120"/>
          <p:cNvSpPr>
            <a:spLocks/>
          </p:cNvSpPr>
          <p:nvPr/>
        </p:nvSpPr>
        <p:spPr>
          <a:xfrm rot="0">
            <a:off x="4892675" y="4458970"/>
            <a:ext cx="2451100" cy="113474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21"/>
          <p:cNvSpPr>
            <a:spLocks/>
          </p:cNvSpPr>
          <p:nvPr/>
        </p:nvSpPr>
        <p:spPr>
          <a:xfrm rot="0">
            <a:off x="6212205" y="5641340"/>
            <a:ext cx="466725" cy="49212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122"/>
          <p:cNvSpPr>
            <a:spLocks/>
          </p:cNvSpPr>
          <p:nvPr/>
        </p:nvSpPr>
        <p:spPr>
          <a:xfrm rot="0">
            <a:off x="5967095" y="561594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도형 123"/>
          <p:cNvSpPr>
            <a:spLocks/>
          </p:cNvSpPr>
          <p:nvPr/>
        </p:nvSpPr>
        <p:spPr>
          <a:xfrm rot="0">
            <a:off x="4640580" y="175006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124"/>
          <p:cNvSpPr>
            <a:spLocks/>
          </p:cNvSpPr>
          <p:nvPr/>
        </p:nvSpPr>
        <p:spPr>
          <a:xfrm rot="0">
            <a:off x="4645660" y="437070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125"/>
          <p:cNvSpPr>
            <a:spLocks/>
          </p:cNvSpPr>
          <p:nvPr/>
        </p:nvSpPr>
        <p:spPr>
          <a:xfrm rot="0">
            <a:off x="7980045" y="89471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도형 126"/>
          <p:cNvSpPr>
            <a:spLocks/>
          </p:cNvSpPr>
          <p:nvPr/>
        </p:nvSpPr>
        <p:spPr>
          <a:xfrm rot="0">
            <a:off x="7985125" y="316357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5" name="도형 127"/>
          <p:cNvCxnSpPr>
            <a:stCxn id="5" idx="3"/>
            <a:endCxn id="3" idx="1"/>
          </p:cNvCxnSpPr>
          <p:nvPr/>
        </p:nvCxnSpPr>
        <p:spPr>
          <a:xfrm rot="0" flipV="1">
            <a:off x="7428865" y="1955165"/>
            <a:ext cx="704215" cy="741680"/>
          </a:xfrm>
          <a:prstGeom prst="bentConnector3">
            <a:avLst>
              <a:gd name="adj1" fmla="val 50009"/>
            </a:avLst>
          </a:prstGeom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130"/>
          <p:cNvCxnSpPr/>
          <p:nvPr/>
        </p:nvCxnSpPr>
        <p:spPr>
          <a:xfrm rot="0">
            <a:off x="7447915" y="2696210"/>
            <a:ext cx="760095" cy="1614805"/>
          </a:xfrm>
          <a:prstGeom prst="bentConnector3">
            <a:avLst>
              <a:gd name="adj1" fmla="val 45051"/>
            </a:avLst>
          </a:prstGeom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상자 138"/>
          <p:cNvSpPr txBox="1">
            <a:spLocks/>
          </p:cNvSpPr>
          <p:nvPr/>
        </p:nvSpPr>
        <p:spPr>
          <a:xfrm rot="0">
            <a:off x="19050" y="560705"/>
            <a:ext cx="4509135" cy="403034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1.</a:t>
            </a:r>
            <a:r>
              <a:rPr lang="ko-KR" sz="1600">
                <a:latin typeface="맑은 고딕" charset="0"/>
                <a:ea typeface="맑은 고딕" charset="0"/>
              </a:rPr>
              <a:t> 트레커 탭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수면 시간 체크. 수면 체크시 밑에 알림 메시지 표시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기분 및 컨디션 체크. 체크시 밑에 알림 메시지 표시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14" descr="C:/Users/tij32/AppData/Roaming/PolarisOffice/ETemp/29564_23756696/fImage1420641776827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85085" y="113665"/>
            <a:ext cx="2940050" cy="6383655"/>
          </a:xfrm>
          <a:prstGeom prst="rect"/>
          <a:noFill/>
        </p:spPr>
      </p:pic>
      <p:pic>
        <p:nvPicPr>
          <p:cNvPr id="3" name="그림 115" descr="C:/Users/tij32/AppData/Roaming/PolarisOffice/ETemp/29564_23756696/fImage1171541789961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512810" y="113665"/>
            <a:ext cx="2940050" cy="6412230"/>
          </a:xfrm>
          <a:prstGeom prst="rect"/>
          <a:noFill/>
        </p:spPr>
      </p:pic>
      <p:pic>
        <p:nvPicPr>
          <p:cNvPr id="4" name="그림 116" descr="C:/Users/tij32/AppData/Roaming/PolarisOffice/ETemp/29564_23756696/fImage99885179491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7" t="42013" r="9147" b="43828"/>
          <a:stretch>
            <a:fillRect/>
          </a:stretch>
        </p:blipFill>
        <p:spPr>
          <a:xfrm rot="0">
            <a:off x="10158730" y="5031105"/>
            <a:ext cx="1960245" cy="742950"/>
          </a:xfrm>
          <a:prstGeom prst="rect"/>
          <a:noFill/>
        </p:spPr>
      </p:pic>
      <p:sp>
        <p:nvSpPr>
          <p:cNvPr id="5" name="도형 131"/>
          <p:cNvSpPr>
            <a:spLocks/>
          </p:cNvSpPr>
          <p:nvPr/>
        </p:nvSpPr>
        <p:spPr>
          <a:xfrm rot="0">
            <a:off x="2720975" y="2744470"/>
            <a:ext cx="2680970" cy="91821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133"/>
          <p:cNvSpPr>
            <a:spLocks/>
          </p:cNvSpPr>
          <p:nvPr/>
        </p:nvSpPr>
        <p:spPr>
          <a:xfrm rot="0">
            <a:off x="2716530" y="3806825"/>
            <a:ext cx="2680970" cy="36957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134"/>
          <p:cNvSpPr>
            <a:spLocks/>
          </p:cNvSpPr>
          <p:nvPr/>
        </p:nvSpPr>
        <p:spPr>
          <a:xfrm rot="0">
            <a:off x="2788285" y="3135630"/>
            <a:ext cx="302260" cy="28956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135"/>
          <p:cNvSpPr>
            <a:spLocks/>
          </p:cNvSpPr>
          <p:nvPr/>
        </p:nvSpPr>
        <p:spPr>
          <a:xfrm rot="0">
            <a:off x="5028565" y="3131185"/>
            <a:ext cx="302260" cy="28956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36"/>
          <p:cNvSpPr>
            <a:spLocks/>
          </p:cNvSpPr>
          <p:nvPr/>
        </p:nvSpPr>
        <p:spPr>
          <a:xfrm rot="0">
            <a:off x="2712085" y="4316730"/>
            <a:ext cx="2680970" cy="121983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137"/>
          <p:cNvSpPr>
            <a:spLocks/>
          </p:cNvSpPr>
          <p:nvPr/>
        </p:nvSpPr>
        <p:spPr>
          <a:xfrm rot="0">
            <a:off x="8635365" y="1991360"/>
            <a:ext cx="2680970" cy="296481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11" name="그림 139" descr="C:/Users/tij32/AppData/Roaming/PolarisOffice/ETemp/29564_23756696/fImage1180982002995.jpe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68975" y="113665"/>
            <a:ext cx="2612390" cy="5660390"/>
          </a:xfrm>
          <a:prstGeom prst="rect"/>
          <a:noFill/>
        </p:spPr>
      </p:pic>
      <p:sp>
        <p:nvSpPr>
          <p:cNvPr id="12" name="도형 140"/>
          <p:cNvSpPr>
            <a:spLocks/>
          </p:cNvSpPr>
          <p:nvPr/>
        </p:nvSpPr>
        <p:spPr>
          <a:xfrm rot="0">
            <a:off x="5869940" y="1111885"/>
            <a:ext cx="2406015" cy="374904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도형 141"/>
          <p:cNvSpPr>
            <a:spLocks/>
          </p:cNvSpPr>
          <p:nvPr/>
        </p:nvSpPr>
        <p:spPr>
          <a:xfrm rot="0">
            <a:off x="10177780" y="5022215"/>
            <a:ext cx="1942465" cy="74739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텍스트 상자 142"/>
          <p:cNvSpPr txBox="1">
            <a:spLocks/>
          </p:cNvSpPr>
          <p:nvPr/>
        </p:nvSpPr>
        <p:spPr>
          <a:xfrm rot="0">
            <a:off x="19050" y="560705"/>
            <a:ext cx="2331085" cy="649097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sz="1600">
                <a:latin typeface="맑은 고딕" charset="0"/>
                <a:ea typeface="맑은 고딕" charset="0"/>
              </a:rPr>
              <a:t>1.</a:t>
            </a:r>
            <a:r>
              <a:rPr lang="ko-KR" sz="1600">
                <a:latin typeface="맑은 고딕" charset="0"/>
                <a:ea typeface="맑은 고딕" charset="0"/>
              </a:rPr>
              <a:t> 트레커 탭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물 섭취량 기록 기능. (+/- 버튼을 통해 하루 물 섭취량 기록)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[오늘의 데이터 저장하기] 버튼을 클릭하면 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팝업창이 나타나서 데이터가 저장됨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5. 에너지 및 영양 점수 분석 그래프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6. 날짜별 기록 확인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</p:txBody>
      </p:sp>
      <p:sp>
        <p:nvSpPr>
          <p:cNvPr id="15" name="도형 143"/>
          <p:cNvSpPr>
            <a:spLocks/>
          </p:cNvSpPr>
          <p:nvPr/>
        </p:nvSpPr>
        <p:spPr>
          <a:xfrm rot="0">
            <a:off x="3958590" y="557784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144"/>
          <p:cNvSpPr>
            <a:spLocks/>
          </p:cNvSpPr>
          <p:nvPr/>
        </p:nvSpPr>
        <p:spPr>
          <a:xfrm rot="0">
            <a:off x="4204335" y="5640705"/>
            <a:ext cx="400050" cy="46291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도형 145"/>
          <p:cNvSpPr>
            <a:spLocks/>
          </p:cNvSpPr>
          <p:nvPr/>
        </p:nvSpPr>
        <p:spPr>
          <a:xfrm rot="0">
            <a:off x="2584450" y="258699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46"/>
          <p:cNvSpPr>
            <a:spLocks/>
          </p:cNvSpPr>
          <p:nvPr/>
        </p:nvSpPr>
        <p:spPr>
          <a:xfrm rot="0">
            <a:off x="2570480" y="365760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147"/>
          <p:cNvSpPr>
            <a:spLocks/>
          </p:cNvSpPr>
          <p:nvPr/>
        </p:nvSpPr>
        <p:spPr>
          <a:xfrm rot="0">
            <a:off x="5714365" y="989965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148"/>
          <p:cNvSpPr>
            <a:spLocks/>
          </p:cNvSpPr>
          <p:nvPr/>
        </p:nvSpPr>
        <p:spPr>
          <a:xfrm rot="0">
            <a:off x="8449310" y="186055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도형 149"/>
          <p:cNvSpPr>
            <a:spLocks/>
          </p:cNvSpPr>
          <p:nvPr/>
        </p:nvSpPr>
        <p:spPr>
          <a:xfrm rot="0">
            <a:off x="10071735" y="4909820"/>
            <a:ext cx="31432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도형 150"/>
          <p:cNvSpPr>
            <a:spLocks/>
          </p:cNvSpPr>
          <p:nvPr/>
        </p:nvSpPr>
        <p:spPr>
          <a:xfrm rot="0">
            <a:off x="2210435" y="3202940"/>
            <a:ext cx="158750" cy="22225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6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6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51" descr="C:/Users/tij32/AppData/Roaming/PolarisOffice/ETemp/29564_23756696/fImage1243082121942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13385" y="76200"/>
            <a:ext cx="2412365" cy="5251450"/>
          </a:xfrm>
          <a:prstGeom prst="rect"/>
          <a:noFill/>
        </p:spPr>
      </p:pic>
      <p:pic>
        <p:nvPicPr>
          <p:cNvPr id="3" name="그림 152" descr="C:/Users/tij32/AppData/Roaming/PolarisOffice/ETemp/29564_23756696/fImage1340832134827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275965" y="85725"/>
            <a:ext cx="2402840" cy="5241925"/>
          </a:xfrm>
          <a:prstGeom prst="rect"/>
          <a:noFill/>
        </p:spPr>
      </p:pic>
      <p:pic>
        <p:nvPicPr>
          <p:cNvPr id="4" name="그림 153" descr="C:/Users/tij32/AppData/Roaming/PolarisOffice/ETemp/29564_23756696/fImage1247602145436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54420" y="95250"/>
            <a:ext cx="2407285" cy="5232400"/>
          </a:xfrm>
          <a:prstGeom prst="rect"/>
          <a:noFill/>
        </p:spPr>
      </p:pic>
      <p:pic>
        <p:nvPicPr>
          <p:cNvPr id="5" name="그림 154" descr="C:/Users/tij32/AppData/Roaming/PolarisOffice/ETemp/29564_23756696/fImage1158042152391.jpe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255125" y="76200"/>
            <a:ext cx="2426335" cy="5260975"/>
          </a:xfrm>
          <a:prstGeom prst="rect"/>
          <a:noFill/>
        </p:spPr>
      </p:pic>
      <p:sp>
        <p:nvSpPr>
          <p:cNvPr id="6" name="도형 155"/>
          <p:cNvSpPr>
            <a:spLocks/>
          </p:cNvSpPr>
          <p:nvPr/>
        </p:nvSpPr>
        <p:spPr>
          <a:xfrm rot="0">
            <a:off x="590550" y="1711960"/>
            <a:ext cx="2045335" cy="31496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156"/>
          <p:cNvSpPr>
            <a:spLocks/>
          </p:cNvSpPr>
          <p:nvPr/>
        </p:nvSpPr>
        <p:spPr>
          <a:xfrm rot="0">
            <a:off x="1179830" y="4589780"/>
            <a:ext cx="352425" cy="42354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157"/>
          <p:cNvSpPr>
            <a:spLocks/>
          </p:cNvSpPr>
          <p:nvPr/>
        </p:nvSpPr>
        <p:spPr>
          <a:xfrm rot="0">
            <a:off x="3496945" y="2040255"/>
            <a:ext cx="1972945" cy="31496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58"/>
          <p:cNvSpPr>
            <a:spLocks/>
          </p:cNvSpPr>
          <p:nvPr/>
        </p:nvSpPr>
        <p:spPr>
          <a:xfrm rot="0">
            <a:off x="3406775" y="2891790"/>
            <a:ext cx="2148840" cy="168402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159"/>
          <p:cNvSpPr>
            <a:spLocks/>
          </p:cNvSpPr>
          <p:nvPr/>
        </p:nvSpPr>
        <p:spPr>
          <a:xfrm rot="0">
            <a:off x="6275070" y="1327785"/>
            <a:ext cx="2148840" cy="288671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1" name="도형 160"/>
          <p:cNvSpPr>
            <a:spLocks/>
          </p:cNvSpPr>
          <p:nvPr/>
        </p:nvSpPr>
        <p:spPr>
          <a:xfrm rot="0">
            <a:off x="9324340" y="981075"/>
            <a:ext cx="2280920" cy="335724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161"/>
          <p:cNvSpPr>
            <a:spLocks/>
          </p:cNvSpPr>
          <p:nvPr/>
        </p:nvSpPr>
        <p:spPr>
          <a:xfrm rot="0">
            <a:off x="10109200" y="2593340"/>
            <a:ext cx="487680" cy="22225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도형 162"/>
          <p:cNvSpPr>
            <a:spLocks/>
          </p:cNvSpPr>
          <p:nvPr/>
        </p:nvSpPr>
        <p:spPr>
          <a:xfrm rot="0">
            <a:off x="962025" y="4474210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도형 163"/>
          <p:cNvSpPr>
            <a:spLocks/>
          </p:cNvSpPr>
          <p:nvPr/>
        </p:nvSpPr>
        <p:spPr>
          <a:xfrm rot="0">
            <a:off x="491490" y="1587500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164"/>
          <p:cNvSpPr>
            <a:spLocks/>
          </p:cNvSpPr>
          <p:nvPr/>
        </p:nvSpPr>
        <p:spPr>
          <a:xfrm rot="0">
            <a:off x="3274060" y="2705735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165"/>
          <p:cNvSpPr>
            <a:spLocks/>
          </p:cNvSpPr>
          <p:nvPr/>
        </p:nvSpPr>
        <p:spPr>
          <a:xfrm rot="0">
            <a:off x="3269615" y="1911985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도형 166"/>
          <p:cNvSpPr>
            <a:spLocks/>
          </p:cNvSpPr>
          <p:nvPr/>
        </p:nvSpPr>
        <p:spPr>
          <a:xfrm rot="0">
            <a:off x="6156960" y="1232535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67"/>
          <p:cNvSpPr>
            <a:spLocks/>
          </p:cNvSpPr>
          <p:nvPr/>
        </p:nvSpPr>
        <p:spPr>
          <a:xfrm rot="0">
            <a:off x="9253220" y="876300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168"/>
          <p:cNvSpPr>
            <a:spLocks/>
          </p:cNvSpPr>
          <p:nvPr/>
        </p:nvSpPr>
        <p:spPr>
          <a:xfrm rot="0">
            <a:off x="9934575" y="2433955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텍스트 상자 169"/>
          <p:cNvSpPr txBox="1">
            <a:spLocks/>
          </p:cNvSpPr>
          <p:nvPr/>
        </p:nvSpPr>
        <p:spPr>
          <a:xfrm rot="0">
            <a:off x="466090" y="5583555"/>
            <a:ext cx="5251450" cy="116967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400">
                <a:latin typeface="맑은 고딕" charset="0"/>
                <a:ea typeface="맑은 고딕" charset="0"/>
              </a:rPr>
              <a:t>1. 계</a:t>
            </a:r>
            <a:r>
              <a:rPr lang="ko-KR" sz="1400">
                <a:latin typeface="맑은 고딕" charset="0"/>
                <a:ea typeface="맑은 고딕" charset="0"/>
              </a:rPr>
              <a:t>획 탭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sz="1400">
                <a:latin typeface="맑은 고딕" charset="0"/>
                <a:ea typeface="맑은 고딕" charset="0"/>
              </a:rPr>
              <a:t>2. [AI </a:t>
            </a:r>
            <a:r>
              <a:rPr lang="ko-KR" sz="1400">
                <a:latin typeface="맑은 고딕" charset="0"/>
                <a:ea typeface="맑은 고딕" charset="0"/>
              </a:rPr>
              <a:t>주간 메뉴 생성하기] 버튼을 클릭하면 사용자에 맞는 개인화 식단을 자동 생성함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3. 일주일간 날짜별 식단 계획 목록. 원하는 날짜 선택하여 해당하는 날짜의 식단의 상세 정보를 {홈} 화면에서 확인 가능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171"/>
          <p:cNvSpPr txBox="1">
            <a:spLocks/>
          </p:cNvSpPr>
          <p:nvPr/>
        </p:nvSpPr>
        <p:spPr>
          <a:xfrm rot="0">
            <a:off x="6252845" y="5579110"/>
            <a:ext cx="5251450" cy="52387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4. 필요한 재료 장보기 리스트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5. 쇼핑 체크 기능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72" descr="C:/Users/tij32/AppData/Roaming/PolarisOffice/ETemp/29564_23756696/fImage1091272334604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99000" y="75565"/>
            <a:ext cx="2904490" cy="6297930"/>
          </a:xfrm>
          <a:prstGeom prst="rect"/>
          <a:noFill/>
        </p:spPr>
      </p:pic>
      <p:pic>
        <p:nvPicPr>
          <p:cNvPr id="3" name="그림 173" descr="C:/Users/tij32/AppData/Roaming/PolarisOffice/ETemp/29564_23756696/fImage1336482343902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850630" y="76200"/>
            <a:ext cx="2907030" cy="6306820"/>
          </a:xfrm>
          <a:prstGeom prst="rect"/>
          <a:noFill/>
        </p:spPr>
      </p:pic>
      <p:sp>
        <p:nvSpPr>
          <p:cNvPr id="4" name="텍스트 상자 175"/>
          <p:cNvSpPr txBox="1">
            <a:spLocks/>
          </p:cNvSpPr>
          <p:nvPr/>
        </p:nvSpPr>
        <p:spPr>
          <a:xfrm rot="0">
            <a:off x="971550" y="1303655"/>
            <a:ext cx="2759075" cy="304609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1. 홈 탭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2. 하루 섭취 목표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3. 식사 시간별 메뉴 표시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1600">
                <a:latin typeface="맑은 고딕" charset="0"/>
                <a:ea typeface="맑은 고딕" charset="0"/>
              </a:rPr>
              <a:t>4. 건강 효과 설명</a:t>
            </a: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endParaRPr lang="ko-KR" altLang="en-US" sz="1600">
              <a:latin typeface="맑은 고딕" charset="0"/>
              <a:ea typeface="맑은 고딕" charset="0"/>
            </a:endParaRPr>
          </a:p>
        </p:txBody>
      </p:sp>
      <p:sp>
        <p:nvSpPr>
          <p:cNvPr id="5" name="도형 176"/>
          <p:cNvSpPr>
            <a:spLocks/>
          </p:cNvSpPr>
          <p:nvPr/>
        </p:nvSpPr>
        <p:spPr>
          <a:xfrm rot="0">
            <a:off x="4946650" y="5526405"/>
            <a:ext cx="390525" cy="47625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177"/>
          <p:cNvSpPr>
            <a:spLocks/>
          </p:cNvSpPr>
          <p:nvPr/>
        </p:nvSpPr>
        <p:spPr>
          <a:xfrm rot="0">
            <a:off x="4700270" y="5454015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178"/>
          <p:cNvSpPr>
            <a:spLocks/>
          </p:cNvSpPr>
          <p:nvPr/>
        </p:nvSpPr>
        <p:spPr>
          <a:xfrm rot="0">
            <a:off x="4827905" y="2031365"/>
            <a:ext cx="2658745" cy="268732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179"/>
          <p:cNvSpPr>
            <a:spLocks/>
          </p:cNvSpPr>
          <p:nvPr/>
        </p:nvSpPr>
        <p:spPr>
          <a:xfrm rot="0">
            <a:off x="8970645" y="1608455"/>
            <a:ext cx="2658745" cy="3823335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80"/>
          <p:cNvSpPr>
            <a:spLocks/>
          </p:cNvSpPr>
          <p:nvPr/>
        </p:nvSpPr>
        <p:spPr>
          <a:xfrm rot="0">
            <a:off x="4695825" y="1958975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도형 181"/>
          <p:cNvSpPr>
            <a:spLocks/>
          </p:cNvSpPr>
          <p:nvPr/>
        </p:nvSpPr>
        <p:spPr>
          <a:xfrm rot="0">
            <a:off x="8848090" y="1536065"/>
            <a:ext cx="22669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도형 182"/>
          <p:cNvSpPr>
            <a:spLocks/>
          </p:cNvSpPr>
          <p:nvPr/>
        </p:nvSpPr>
        <p:spPr>
          <a:xfrm rot="0">
            <a:off x="4813935" y="4765675"/>
            <a:ext cx="2658745" cy="54737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183"/>
          <p:cNvSpPr>
            <a:spLocks/>
          </p:cNvSpPr>
          <p:nvPr/>
        </p:nvSpPr>
        <p:spPr>
          <a:xfrm rot="0">
            <a:off x="9099550" y="3952875"/>
            <a:ext cx="1934845" cy="223520"/>
          </a:xfrm>
          <a:prstGeom prst="rect"/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도형 184"/>
          <p:cNvSpPr>
            <a:spLocks/>
          </p:cNvSpPr>
          <p:nvPr/>
        </p:nvSpPr>
        <p:spPr>
          <a:xfrm rot="0">
            <a:off x="10902950" y="3914140"/>
            <a:ext cx="265430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도형 185"/>
          <p:cNvSpPr>
            <a:spLocks/>
          </p:cNvSpPr>
          <p:nvPr/>
        </p:nvSpPr>
        <p:spPr>
          <a:xfrm rot="0">
            <a:off x="4696460" y="4756150"/>
            <a:ext cx="226695" cy="257810"/>
          </a:xfrm>
          <a:prstGeom prst="heptagon"/>
          <a:solidFill>
            <a:srgbClr val="FF0000"/>
          </a:solidFill>
          <a:ln w="190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황 동건</dc:creator>
  <cp:lastModifiedBy>황 동건</cp:lastModifiedBy>
  <dc:title>PowerPoint 프레젠테이션</dc:title>
  <cp:version>9.103.83.44230</cp:version>
</cp:coreProperties>
</file>